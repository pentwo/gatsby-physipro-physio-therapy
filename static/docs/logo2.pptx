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470"/>
    <a:srgbClr val="250599"/>
    <a:srgbClr val="4211F7"/>
    <a:srgbClr val="4307C9"/>
    <a:srgbClr val="782DFF"/>
    <a:srgbClr val="FFFFFF"/>
    <a:srgbClr val="B16DFB"/>
    <a:srgbClr val="F1BFFD"/>
    <a:srgbClr val="7701CF"/>
    <a:srgbClr val="E58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C120-CADB-4932-A843-AE6EC68E7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C932A-1CCA-4E2E-B6FA-4FE719A18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D9EFE-4C50-4AF1-AF49-7D7C7E86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D6CE0-6CCD-4803-A902-E56F3DDC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D3678-4839-48D1-B8AF-64BAE84B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568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0412-DF81-46A7-A532-0FEF347C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CFC2-0FAC-498E-AFA9-B80FE617A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61E8-2687-4706-94D9-F5083737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86B64-228C-4717-9227-53102837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E993B-7419-4045-850A-BB133CA0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117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1625-1AA2-4416-93EC-4318F8CD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495F6-1857-43FF-9636-713D525F6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87CB4-3B17-41C2-8F47-DF08794F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B01A-D962-4DC9-B165-B114AADE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3010C-481B-46D0-BDEC-E301287C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45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B681-5BF1-4543-B2FE-DAF51FE6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F9D6-6B8E-43D8-BF1C-1BF3E1547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7CDB0-2451-46E1-91DE-188457618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1EC00-ADA1-46B6-A2A1-DA9447E4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19FEA-F762-4F23-AD8A-E302036E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D38C3-12CB-413D-B1EC-D4CDC282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390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B8CB-FBAA-4DE6-A6D2-DFD87593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0601E-F6F2-419A-853F-73CF192D8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6C8CA-8F18-469B-9437-E2A3AA6A3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7382A-6911-48A6-8BE4-634F427C3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018625-4777-4A95-8899-DE35D6721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EA7F0-FA4D-4EA1-8AE8-681E26CC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BD66A1-525E-4DD0-8C10-83C70207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0F283-0557-4660-9235-DD78C2E4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03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F9AB-D9B8-44E0-9598-71E36268F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3957F-3924-42C8-9292-B7E508FA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47B50-7515-4428-88C7-DC40BBEF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E1BAE-C157-4D0E-BED0-D50C0AE2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074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3BC707-E9BC-409F-9765-85B36A8E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2B802-B7B4-4014-B814-12098AC4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9CA1-106F-47CC-801C-43C67FF4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931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B067-A302-479F-A902-15CE564D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BEB0F-724B-4AFD-8FE9-A8EBCF9EA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1C503-3292-409F-BA1B-26E9EDC1A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745AE-87E3-4079-8776-D8BC5930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4FA1F-A3EE-4AA6-A69B-50BC8E79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508A0-0050-4801-887F-D23DF5FF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68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D17C-03C1-4AE1-9A46-01881F3B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4F183-E8A2-4BFC-99BA-2AF028557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332A2-DB1C-4679-9AAB-6D4187FCA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A18E5-F78E-44F2-91A7-14C73B13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BBA04-EA46-41F6-B9E0-A82A63A4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F1A18-AE9D-40D5-95A7-C94F17F5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46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3F48-C183-4857-88A0-1B0DFEDC7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DE466-87EA-4893-A548-7105A2C0F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F2B5C-DA84-4F06-9ECA-0EC52A9A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907F1-80E1-490D-9411-20340DDEC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2F41A-D877-4463-9786-C82E7080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19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CEEC4-4F85-4AC9-BE9F-77CEF2915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216A2-CA36-4BA9-A3EA-C9A7C0094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8FE44-71B1-4FBE-AEC6-D7EB36EE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05605-6BFC-40C0-9D7E-821D95EC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684E5-4066-4D49-A5F9-3984E134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979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30350-5369-4159-A831-004BD44B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69BFD-EDA2-4C72-ABEE-88AEFBE2B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BDBF9-3C7F-434A-B744-B141DD6D6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1A7B0-7E68-43C4-BBF3-10957DD434BE}" type="datetimeFigureOut">
              <a:rPr lang="en-AU" smtClean="0"/>
              <a:t>3/07/2022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F84A7-C548-4CD2-A663-4C61760DF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E33EC-CD73-483D-AAA3-B76C75E2C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9C786-C88C-44B0-A15B-1318E263B2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402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8FAE8F-0BED-4B55-9CD6-E65DB8C12F97}"/>
              </a:ext>
            </a:extLst>
          </p:cNvPr>
          <p:cNvSpPr/>
          <p:nvPr/>
        </p:nvSpPr>
        <p:spPr>
          <a:xfrm rot="2568723">
            <a:off x="609209" y="2176263"/>
            <a:ext cx="1537837" cy="34778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0" b="0" cap="none" spc="0" dirty="0">
                <a:ln w="0"/>
                <a:gradFill>
                  <a:gsLst>
                    <a:gs pos="0">
                      <a:srgbClr val="7701CF"/>
                    </a:gs>
                    <a:gs pos="53000">
                      <a:srgbClr val="B16DFB"/>
                    </a:gs>
                    <a:gs pos="100000">
                      <a:srgbClr val="00B0F0"/>
                    </a:gs>
                  </a:gsLst>
                  <a:lin ang="5400000"/>
                </a:gradFill>
                <a:effectLst/>
              </a:rPr>
              <a:t>P</a:t>
            </a:r>
            <a:endParaRPr lang="en-AU" sz="22000" b="0" cap="none" spc="0" dirty="0">
              <a:ln w="0"/>
              <a:gradFill>
                <a:gsLst>
                  <a:gs pos="0">
                    <a:srgbClr val="7701CF"/>
                  </a:gs>
                  <a:gs pos="53000">
                    <a:srgbClr val="B16DFB"/>
                  </a:gs>
                  <a:gs pos="100000">
                    <a:srgbClr val="00B0F0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6EB84-718E-462B-BE3C-D6DD27E99605}"/>
              </a:ext>
            </a:extLst>
          </p:cNvPr>
          <p:cNvSpPr/>
          <p:nvPr/>
        </p:nvSpPr>
        <p:spPr>
          <a:xfrm rot="13447731">
            <a:off x="1050849" y="2705041"/>
            <a:ext cx="61095" cy="34778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2000" b="0" cap="none" spc="0" dirty="0">
                <a:ln w="0"/>
                <a:gradFill>
                  <a:gsLst>
                    <a:gs pos="0">
                      <a:srgbClr val="7030A0"/>
                    </a:gs>
                    <a:gs pos="50000">
                      <a:srgbClr val="00B0F0"/>
                    </a:gs>
                    <a:gs pos="100000">
                      <a:srgbClr val="A3E7FF"/>
                    </a:gs>
                  </a:gsLst>
                  <a:lin ang="5400000"/>
                </a:gradFill>
                <a:effectLst/>
              </a:rPr>
              <a:t>P</a:t>
            </a:r>
            <a:endParaRPr lang="en-AU" sz="22000" b="0" cap="none" spc="0" dirty="0">
              <a:ln w="0"/>
              <a:gradFill>
                <a:gsLst>
                  <a:gs pos="0">
                    <a:srgbClr val="7030A0"/>
                  </a:gs>
                  <a:gs pos="50000">
                    <a:srgbClr val="00B0F0"/>
                  </a:gs>
                  <a:gs pos="100000">
                    <a:srgbClr val="A3E7FF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94A661-C915-B756-9C85-8DE55CA9536F}"/>
              </a:ext>
            </a:extLst>
          </p:cNvPr>
          <p:cNvSpPr/>
          <p:nvPr/>
        </p:nvSpPr>
        <p:spPr>
          <a:xfrm>
            <a:off x="2048167" y="3782258"/>
            <a:ext cx="9929962" cy="132343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 err="1">
                <a:ln w="0"/>
                <a:gradFill flip="none" rotWithShape="1">
                  <a:gsLst>
                    <a:gs pos="0">
                      <a:srgbClr val="1B0470"/>
                    </a:gs>
                    <a:gs pos="50000">
                      <a:srgbClr val="250599"/>
                    </a:gs>
                    <a:gs pos="100000">
                      <a:srgbClr val="002060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Physiprophysiotherapy</a:t>
            </a:r>
            <a:endParaRPr lang="en-AU" sz="8000" b="1" cap="none" spc="0" dirty="0">
              <a:ln w="0"/>
              <a:gradFill flip="none" rotWithShape="1">
                <a:gsLst>
                  <a:gs pos="0">
                    <a:srgbClr val="1B0470"/>
                  </a:gs>
                  <a:gs pos="50000">
                    <a:srgbClr val="250599"/>
                  </a:gs>
                  <a:gs pos="100000">
                    <a:srgbClr val="002060"/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074752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 yan chan</dc:creator>
  <cp:lastModifiedBy>ka yan chan</cp:lastModifiedBy>
  <cp:revision>4</cp:revision>
  <dcterms:created xsi:type="dcterms:W3CDTF">2022-03-15T08:45:30Z</dcterms:created>
  <dcterms:modified xsi:type="dcterms:W3CDTF">2022-07-03T09:01:36Z</dcterms:modified>
</cp:coreProperties>
</file>